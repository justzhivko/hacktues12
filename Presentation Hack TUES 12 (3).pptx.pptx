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14.png" Type="http://schemas.openxmlformats.org/officeDocument/2006/relationships/image"/><Relationship Id="rId7" Target="../media/image3.jpe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1.png" Type="http://schemas.openxmlformats.org/officeDocument/2006/relationships/image"/><Relationship Id="rId6" Target="../media/image20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8.png" Type="http://schemas.openxmlformats.org/officeDocument/2006/relationships/image"/><Relationship Id="rId4" Target="../media/image21.png" Type="http://schemas.openxmlformats.org/officeDocument/2006/relationships/image"/><Relationship Id="rId5" Target="../media/image3.jpe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3.jpe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.jpe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2.png" Type="http://schemas.openxmlformats.org/officeDocument/2006/relationships/image"/><Relationship Id="rId4" Target="../media/image1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642037" y="5143500"/>
            <a:ext cx="11112875" cy="11112875"/>
            <a:chOff x="0" y="0"/>
            <a:chExt cx="14817166" cy="1481716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4817217" cy="14817217"/>
            </a:xfrm>
            <a:custGeom>
              <a:avLst/>
              <a:gdLst/>
              <a:ahLst/>
              <a:cxnLst/>
              <a:rect r="r" b="b" t="t" l="l"/>
              <a:pathLst>
                <a:path h="14817217" w="14817217">
                  <a:moveTo>
                    <a:pt x="0" y="0"/>
                  </a:moveTo>
                  <a:lnTo>
                    <a:pt x="14817217" y="0"/>
                  </a:lnTo>
                  <a:lnTo>
                    <a:pt x="14817217" y="14817217"/>
                  </a:lnTo>
                  <a:lnTo>
                    <a:pt x="0" y="14817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86150" y="3614896"/>
            <a:ext cx="11315700" cy="2040209"/>
            <a:chOff x="0" y="0"/>
            <a:chExt cx="15087600" cy="2720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87600" cy="2720279"/>
            </a:xfrm>
            <a:custGeom>
              <a:avLst/>
              <a:gdLst/>
              <a:ahLst/>
              <a:cxnLst/>
              <a:rect r="r" b="b" t="t" l="l"/>
              <a:pathLst>
                <a:path h="2720279" w="15087600">
                  <a:moveTo>
                    <a:pt x="0" y="0"/>
                  </a:moveTo>
                  <a:lnTo>
                    <a:pt x="15087600" y="0"/>
                  </a:lnTo>
                  <a:lnTo>
                    <a:pt x="15087600" y="2720279"/>
                  </a:lnTo>
                  <a:lnTo>
                    <a:pt x="0" y="27202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721" r="0" b="-4541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457200"/>
              <a:ext cx="15087600" cy="22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57"/>
                </a:lnSpc>
              </a:pPr>
              <a:r>
                <a:rPr lang="en-US" sz="9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Safe Bite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57800" y="5138896"/>
            <a:ext cx="7772400" cy="1533209"/>
            <a:chOff x="0" y="0"/>
            <a:chExt cx="10363200" cy="20442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63200" cy="2044278"/>
            </a:xfrm>
            <a:custGeom>
              <a:avLst/>
              <a:gdLst/>
              <a:ahLst/>
              <a:cxnLst/>
              <a:rect r="r" b="b" t="t" l="l"/>
              <a:pathLst>
                <a:path h="204427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044278"/>
                  </a:lnTo>
                  <a:lnTo>
                    <a:pt x="0" y="20442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077" r="0" b="-484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71450"/>
              <a:ext cx="10363200" cy="1872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50"/>
                </a:lnSpc>
              </a:pPr>
              <a:r>
                <a:rPr lang="en-US" sz="75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SyntaxTERROR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62822" y="9058646"/>
            <a:ext cx="3762356" cy="399307"/>
            <a:chOff x="0" y="0"/>
            <a:chExt cx="5016475" cy="5324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16500" cy="532384"/>
            </a:xfrm>
            <a:custGeom>
              <a:avLst/>
              <a:gdLst/>
              <a:ahLst/>
              <a:cxnLst/>
              <a:rect r="r" b="b" t="t" l="l"/>
              <a:pathLst>
                <a:path h="532384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69525" y="-8039214"/>
            <a:ext cx="15760513" cy="15065312"/>
            <a:chOff x="0" y="0"/>
            <a:chExt cx="21014017" cy="20087082"/>
          </a:xfrm>
        </p:grpSpPr>
        <p:sp>
          <p:nvSpPr>
            <p:cNvPr name="Freeform 15" id="15" descr="A green circle with lines and circles  Description automatically generated"/>
            <p:cNvSpPr/>
            <p:nvPr/>
          </p:nvSpPr>
          <p:spPr>
            <a:xfrm flipH="false" flipV="false" rot="0">
              <a:off x="0" y="0"/>
              <a:ext cx="21014055" cy="20087082"/>
            </a:xfrm>
            <a:custGeom>
              <a:avLst/>
              <a:gdLst/>
              <a:ahLst/>
              <a:cxnLst/>
              <a:rect r="r" b="b" t="t" l="l"/>
              <a:pathLst>
                <a:path h="20087082" w="21014055">
                  <a:moveTo>
                    <a:pt x="0" y="0"/>
                  </a:moveTo>
                  <a:lnTo>
                    <a:pt x="21014055" y="0"/>
                  </a:lnTo>
                  <a:lnTo>
                    <a:pt x="21014055" y="20087082"/>
                  </a:lnTo>
                  <a:lnTo>
                    <a:pt x="0" y="2008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57173" y="-4157101"/>
            <a:ext cx="8133045" cy="8095126"/>
            <a:chOff x="0" y="0"/>
            <a:chExt cx="10844060" cy="10793501"/>
          </a:xfrm>
        </p:grpSpPr>
        <p:sp>
          <p:nvSpPr>
            <p:cNvPr name="Freeform 3" id="3" descr="A green circle with black background  Description automatically generated"/>
            <p:cNvSpPr/>
            <p:nvPr/>
          </p:nvSpPr>
          <p:spPr>
            <a:xfrm flipH="false" flipV="false" rot="0">
              <a:off x="0" y="0"/>
              <a:ext cx="10844022" cy="10793476"/>
            </a:xfrm>
            <a:custGeom>
              <a:avLst/>
              <a:gdLst/>
              <a:ahLst/>
              <a:cxnLst/>
              <a:rect r="r" b="b" t="t" l="l"/>
              <a:pathLst>
                <a:path h="10793476" w="10844022">
                  <a:moveTo>
                    <a:pt x="0" y="0"/>
                  </a:moveTo>
                  <a:lnTo>
                    <a:pt x="10844022" y="0"/>
                  </a:lnTo>
                  <a:lnTo>
                    <a:pt x="10844022" y="10793476"/>
                  </a:lnTo>
                  <a:lnTo>
                    <a:pt x="0" y="10793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09538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2900" y="0"/>
            <a:ext cx="4676775" cy="10287000"/>
            <a:chOff x="0" y="0"/>
            <a:chExt cx="62357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235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235700">
                  <a:moveTo>
                    <a:pt x="0" y="0"/>
                  </a:moveTo>
                  <a:lnTo>
                    <a:pt x="6235700" y="0"/>
                  </a:lnTo>
                  <a:lnTo>
                    <a:pt x="6235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30150" y="3533775"/>
            <a:ext cx="5657850" cy="6753225"/>
            <a:chOff x="0" y="0"/>
            <a:chExt cx="7543800" cy="90043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543800" cy="9004300"/>
            </a:xfrm>
            <a:custGeom>
              <a:avLst/>
              <a:gdLst/>
              <a:ahLst/>
              <a:cxnLst/>
              <a:rect r="r" b="b" t="t" l="l"/>
              <a:pathLst>
                <a:path h="9004300" w="7543800">
                  <a:moveTo>
                    <a:pt x="0" y="0"/>
                  </a:moveTo>
                  <a:lnTo>
                    <a:pt x="7543800" y="0"/>
                  </a:lnTo>
                  <a:lnTo>
                    <a:pt x="7543800" y="9004300"/>
                  </a:lnTo>
                  <a:lnTo>
                    <a:pt x="0" y="900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55765" y="726575"/>
            <a:ext cx="15280900" cy="2854636"/>
            <a:chOff x="0" y="0"/>
            <a:chExt cx="20374534" cy="3806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74533" cy="3806181"/>
            </a:xfrm>
            <a:custGeom>
              <a:avLst/>
              <a:gdLst/>
              <a:ahLst/>
              <a:cxnLst/>
              <a:rect r="r" b="b" t="t" l="l"/>
              <a:pathLst>
                <a:path h="3806181" w="20374533">
                  <a:moveTo>
                    <a:pt x="0" y="0"/>
                  </a:moveTo>
                  <a:lnTo>
                    <a:pt x="20374533" y="0"/>
                  </a:lnTo>
                  <a:lnTo>
                    <a:pt x="20374533" y="3806181"/>
                  </a:lnTo>
                  <a:lnTo>
                    <a:pt x="0" y="3806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273" r="0" b="-343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374534" cy="3844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Проблемът и настоящите решения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3550" y="3722942"/>
            <a:ext cx="15280900" cy="4982698"/>
            <a:chOff x="0" y="0"/>
            <a:chExt cx="20374534" cy="66435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74533" cy="6643597"/>
            </a:xfrm>
            <a:custGeom>
              <a:avLst/>
              <a:gdLst/>
              <a:ahLst/>
              <a:cxnLst/>
              <a:rect r="r" b="b" t="t" l="l"/>
              <a:pathLst>
                <a:path h="6643597" w="20374533">
                  <a:moveTo>
                    <a:pt x="0" y="0"/>
                  </a:moveTo>
                  <a:lnTo>
                    <a:pt x="20374533" y="0"/>
                  </a:lnTo>
                  <a:lnTo>
                    <a:pt x="20374533" y="6643597"/>
                  </a:lnTo>
                  <a:lnTo>
                    <a:pt x="0" y="66435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552" r="0" b="230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0374534" cy="6672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755651" indent="-377825" lvl="1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Много незрящи хора се сблъскват ежедневно с един привидно прост, но всъщност сериозен проблем: не могат да разберат дали храната пред тях е годна за консумация. Развалена ли е? Има ли мухъл? Какво изобщо е това? Въпроси, на които зрящият човек отговаря за секунди — но за незрящия изискват чужда помощ.</a:t>
              </a:r>
            </a:p>
            <a:p>
              <a:pPr algn="just" marL="755651" indent="-377825" lvl="1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Те разчитат на чужда помощ или на ограничени решения като етикети с брайл или мобилни приложения, които обаче не винаги дават точна информация за състоянието на храната (например наличие на мухъл)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2651" y="-13767711"/>
            <a:ext cx="28921539" cy="28921539"/>
            <a:chOff x="0" y="0"/>
            <a:chExt cx="38562051" cy="38562051"/>
          </a:xfrm>
        </p:grpSpPr>
        <p:sp>
          <p:nvSpPr>
            <p:cNvPr name="Freeform 3" id="3" descr="A yellow circle on a black background  Description automatically generated"/>
            <p:cNvSpPr/>
            <p:nvPr/>
          </p:nvSpPr>
          <p:spPr>
            <a:xfrm flipH="false" flipV="false" rot="0">
              <a:off x="0" y="0"/>
              <a:ext cx="38562025" cy="38562025"/>
            </a:xfrm>
            <a:custGeom>
              <a:avLst/>
              <a:gdLst/>
              <a:ahLst/>
              <a:cxnLst/>
              <a:rect r="r" b="b" t="t" l="l"/>
              <a:pathLst>
                <a:path h="38562025" w="38562025">
                  <a:moveTo>
                    <a:pt x="0" y="0"/>
                  </a:moveTo>
                  <a:lnTo>
                    <a:pt x="38562025" y="0"/>
                  </a:lnTo>
                  <a:lnTo>
                    <a:pt x="38562025" y="38562025"/>
                  </a:lnTo>
                  <a:lnTo>
                    <a:pt x="0" y="3856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58600" y="4295775"/>
            <a:ext cx="10201275" cy="10201275"/>
            <a:chOff x="0" y="0"/>
            <a:chExt cx="13601700" cy="13601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01700" cy="13601700"/>
            </a:xfrm>
            <a:custGeom>
              <a:avLst/>
              <a:gdLst/>
              <a:ahLst/>
              <a:cxnLst/>
              <a:rect r="r" b="b" t="t" l="l"/>
              <a:pathLst>
                <a:path h="13601700" w="13601700">
                  <a:moveTo>
                    <a:pt x="0" y="6800850"/>
                  </a:moveTo>
                  <a:cubicBezTo>
                    <a:pt x="0" y="3044825"/>
                    <a:pt x="3044825" y="0"/>
                    <a:pt x="6800850" y="0"/>
                  </a:cubicBezTo>
                  <a:cubicBezTo>
                    <a:pt x="10556875" y="0"/>
                    <a:pt x="13601700" y="3044825"/>
                    <a:pt x="13601700" y="6800850"/>
                  </a:cubicBezTo>
                  <a:cubicBezTo>
                    <a:pt x="13601700" y="10556875"/>
                    <a:pt x="10556875" y="13601700"/>
                    <a:pt x="6800850" y="13601700"/>
                  </a:cubicBezTo>
                  <a:cubicBezTo>
                    <a:pt x="3044825" y="13601700"/>
                    <a:pt x="0" y="10556875"/>
                    <a:pt x="0" y="68008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91875" y="3552825"/>
            <a:ext cx="7096125" cy="6734175"/>
            <a:chOff x="0" y="0"/>
            <a:chExt cx="9461500" cy="89789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461500" cy="8978900"/>
            </a:xfrm>
            <a:custGeom>
              <a:avLst/>
              <a:gdLst/>
              <a:ahLst/>
              <a:cxnLst/>
              <a:rect r="r" b="b" t="t" l="l"/>
              <a:pathLst>
                <a:path h="8978900" w="9461500">
                  <a:moveTo>
                    <a:pt x="0" y="0"/>
                  </a:moveTo>
                  <a:lnTo>
                    <a:pt x="9461500" y="0"/>
                  </a:lnTo>
                  <a:lnTo>
                    <a:pt x="9461500" y="8978900"/>
                  </a:lnTo>
                  <a:lnTo>
                    <a:pt x="0" y="897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63500" y="5143500"/>
            <a:ext cx="4648200" cy="4048125"/>
            <a:chOff x="0" y="0"/>
            <a:chExt cx="6197600" cy="53975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197600" cy="5397500"/>
            </a:xfrm>
            <a:custGeom>
              <a:avLst/>
              <a:gdLst/>
              <a:ahLst/>
              <a:cxnLst/>
              <a:rect r="r" b="b" t="t" l="l"/>
              <a:pathLst>
                <a:path h="539750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397500"/>
                  </a:lnTo>
                  <a:lnTo>
                    <a:pt x="0" y="539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43075" y="852286"/>
            <a:ext cx="15725775" cy="2022349"/>
            <a:chOff x="0" y="0"/>
            <a:chExt cx="20967700" cy="26964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67702" cy="2696466"/>
            </a:xfrm>
            <a:custGeom>
              <a:avLst/>
              <a:gdLst/>
              <a:ahLst/>
              <a:cxnLst/>
              <a:rect r="r" b="b" t="t" l="l"/>
              <a:pathLst>
                <a:path h="2696466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696466"/>
                  </a:lnTo>
                  <a:lnTo>
                    <a:pt x="0" y="269646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321" r="0" b="-727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19075"/>
              <a:ext cx="20967700" cy="2477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Цел на проекта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66919" y="2881308"/>
            <a:ext cx="10890707" cy="612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Да осигури независимост и сигурност на хората с нарушено зрение при избора на храна, като им предостави бърз, лесен и надежден начин да проверяват нейното състояние без чужда помощ.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80138" y="-11919052"/>
            <a:ext cx="18572074" cy="18572074"/>
            <a:chOff x="0" y="0"/>
            <a:chExt cx="24762765" cy="24762765"/>
          </a:xfrm>
        </p:grpSpPr>
        <p:sp>
          <p:nvSpPr>
            <p:cNvPr name="Freeform 3" id="3" descr="A green circle with black background  Description automatically generated"/>
            <p:cNvSpPr/>
            <p:nvPr/>
          </p:nvSpPr>
          <p:spPr>
            <a:xfrm flipH="false" flipV="false" rot="0">
              <a:off x="0" y="0"/>
              <a:ext cx="24762713" cy="24762713"/>
            </a:xfrm>
            <a:custGeom>
              <a:avLst/>
              <a:gdLst/>
              <a:ahLst/>
              <a:cxnLst/>
              <a:rect r="r" b="b" t="t" l="l"/>
              <a:pathLst>
                <a:path h="24762713" w="24762713">
                  <a:moveTo>
                    <a:pt x="0" y="0"/>
                  </a:moveTo>
                  <a:lnTo>
                    <a:pt x="24762713" y="0"/>
                  </a:lnTo>
                  <a:lnTo>
                    <a:pt x="24762713" y="24762713"/>
                  </a:lnTo>
                  <a:lnTo>
                    <a:pt x="0" y="24762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62875" y="3800475"/>
            <a:ext cx="10525125" cy="6486525"/>
            <a:chOff x="0" y="0"/>
            <a:chExt cx="14033500" cy="86487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4033500" cy="8648700"/>
            </a:xfrm>
            <a:custGeom>
              <a:avLst/>
              <a:gdLst/>
              <a:ahLst/>
              <a:cxnLst/>
              <a:rect r="r" b="b" t="t" l="l"/>
              <a:pathLst>
                <a:path h="8648700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8648700"/>
                  </a:lnTo>
                  <a:lnTo>
                    <a:pt x="0" y="864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1988" y="471764"/>
            <a:ext cx="2162175" cy="4362450"/>
            <a:chOff x="0" y="0"/>
            <a:chExt cx="2882900" cy="58166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882900" cy="5816600"/>
            </a:xfrm>
            <a:custGeom>
              <a:avLst/>
              <a:gdLst/>
              <a:ahLst/>
              <a:cxnLst/>
              <a:rect r="r" b="b" t="t" l="l"/>
              <a:pathLst>
                <a:path h="5816600" w="2882900">
                  <a:moveTo>
                    <a:pt x="0" y="0"/>
                  </a:moveTo>
                  <a:lnTo>
                    <a:pt x="2882900" y="0"/>
                  </a:lnTo>
                  <a:lnTo>
                    <a:pt x="2882900" y="5816600"/>
                  </a:lnTo>
                  <a:lnTo>
                    <a:pt x="0" y="581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43075" y="868385"/>
            <a:ext cx="15725775" cy="1952541"/>
            <a:chOff x="0" y="0"/>
            <a:chExt cx="20967700" cy="2603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67702" cy="2603388"/>
            </a:xfrm>
            <a:custGeom>
              <a:avLst/>
              <a:gdLst/>
              <a:ahLst/>
              <a:cxnLst/>
              <a:rect r="r" b="b" t="t" l="l"/>
              <a:pathLst>
                <a:path h="2603388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603388"/>
                  </a:lnTo>
                  <a:lnTo>
                    <a:pt x="0" y="26033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4980" r="0" b="-788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19075"/>
              <a:ext cx="20967700" cy="2384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Нашето </a:t>
              </a: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решение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27430" y="4023751"/>
            <a:ext cx="12321149" cy="12321149"/>
            <a:chOff x="0" y="0"/>
            <a:chExt cx="16428199" cy="16428199"/>
          </a:xfrm>
        </p:grpSpPr>
        <p:sp>
          <p:nvSpPr>
            <p:cNvPr name="Freeform 14" id="14" descr="A black and gold circle with a dot  Description automatically generated"/>
            <p:cNvSpPr/>
            <p:nvPr/>
          </p:nvSpPr>
          <p:spPr>
            <a:xfrm flipH="false" flipV="false" rot="0">
              <a:off x="0" y="0"/>
              <a:ext cx="16428213" cy="16428213"/>
            </a:xfrm>
            <a:custGeom>
              <a:avLst/>
              <a:gdLst/>
              <a:ahLst/>
              <a:cxnLst/>
              <a:rect r="r" b="b" t="t" l="l"/>
              <a:pathLst>
                <a:path h="16428213" w="16428213">
                  <a:moveTo>
                    <a:pt x="0" y="0"/>
                  </a:moveTo>
                  <a:lnTo>
                    <a:pt x="16428213" y="0"/>
                  </a:lnTo>
                  <a:lnTo>
                    <a:pt x="16428213" y="16428213"/>
                  </a:lnTo>
                  <a:lnTo>
                    <a:pt x="0" y="16428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1112" y="4307098"/>
            <a:ext cx="15725775" cy="2736639"/>
            <a:chOff x="0" y="0"/>
            <a:chExt cx="20967700" cy="3648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67702" cy="3648852"/>
            </a:xfrm>
            <a:custGeom>
              <a:avLst/>
              <a:gdLst/>
              <a:ahLst/>
              <a:cxnLst/>
              <a:rect r="r" b="b" t="t" l="l"/>
              <a:pathLst>
                <a:path h="3648852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3648852"/>
                  </a:lnTo>
                  <a:lnTo>
                    <a:pt x="0" y="36488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306" r="0" b="-276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14300"/>
              <a:ext cx="20967700" cy="3534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SafeBite е иновативно асистивно технологично решение, създадено с една цел — да даде на хората с увредено зрение пълна независимост при избора на храна.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3075" y="990600"/>
            <a:ext cx="15725775" cy="1839850"/>
            <a:chOff x="0" y="0"/>
            <a:chExt cx="20967700" cy="2453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67702" cy="2453134"/>
            </a:xfrm>
            <a:custGeom>
              <a:avLst/>
              <a:gdLst/>
              <a:ahLst/>
              <a:cxnLst/>
              <a:rect r="r" b="b" t="t" l="l"/>
              <a:pathLst>
                <a:path h="2453134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3247" r="0" b="-8984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Как работи проектът?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312112" y="5680958"/>
            <a:ext cx="10287000" cy="10287000"/>
            <a:chOff x="0" y="0"/>
            <a:chExt cx="13716000" cy="13716000"/>
          </a:xfrm>
        </p:grpSpPr>
        <p:sp>
          <p:nvSpPr>
            <p:cNvPr name="Freeform 8" id="8" descr="A green circle with a black background  Description automatically generated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430500" y="201701"/>
            <a:ext cx="10287000" cy="10287000"/>
            <a:chOff x="0" y="0"/>
            <a:chExt cx="13716000" cy="13716000"/>
          </a:xfrm>
        </p:grpSpPr>
        <p:sp>
          <p:nvSpPr>
            <p:cNvPr name="Freeform 10" id="10" descr="A circular logo with a black background  Description automatically generated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1112" y="3741138"/>
            <a:ext cx="15725775" cy="3879639"/>
            <a:chOff x="0" y="0"/>
            <a:chExt cx="20967700" cy="5172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67702" cy="5172852"/>
            </a:xfrm>
            <a:custGeom>
              <a:avLst/>
              <a:gdLst/>
              <a:ahLst/>
              <a:cxnLst/>
              <a:rect r="r" b="b" t="t" l="l"/>
              <a:pathLst>
                <a:path h="5172852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5172852"/>
                  </a:lnTo>
                  <a:lnTo>
                    <a:pt x="0" y="5172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932" r="0" b="99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14300"/>
              <a:ext cx="20967700" cy="5058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Проектът разполага с ESP32 модул с камера, който позволява на потребителя да вземе снимка на храната си. Тази снимка се изпраща до изкуствен интелект, който определя дали храната е годна за консумация. Отговорът се превръща аудио файл,  който може да бъде чут чрез натискане на бутон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70097" y="4317254"/>
            <a:ext cx="17958359" cy="17958359"/>
            <a:chOff x="0" y="0"/>
            <a:chExt cx="23944478" cy="23944478"/>
          </a:xfrm>
        </p:grpSpPr>
        <p:sp>
          <p:nvSpPr>
            <p:cNvPr name="Freeform 3" id="3" descr="A black circle with yellow lines  Description automatically generated"/>
            <p:cNvSpPr/>
            <p:nvPr/>
          </p:nvSpPr>
          <p:spPr>
            <a:xfrm flipH="false" flipV="false" rot="0">
              <a:off x="0" y="0"/>
              <a:ext cx="23944453" cy="23944453"/>
            </a:xfrm>
            <a:custGeom>
              <a:avLst/>
              <a:gdLst/>
              <a:ahLst/>
              <a:cxnLst/>
              <a:rect r="r" b="b" t="t" l="l"/>
              <a:pathLst>
                <a:path h="23944453" w="23944453">
                  <a:moveTo>
                    <a:pt x="0" y="0"/>
                  </a:moveTo>
                  <a:lnTo>
                    <a:pt x="23944453" y="0"/>
                  </a:lnTo>
                  <a:lnTo>
                    <a:pt x="23944453" y="23944453"/>
                  </a:lnTo>
                  <a:lnTo>
                    <a:pt x="0" y="2394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571188" y="3460004"/>
            <a:ext cx="11100178" cy="11100178"/>
            <a:chOff x="0" y="0"/>
            <a:chExt cx="14800237" cy="14800237"/>
          </a:xfrm>
        </p:grpSpPr>
        <p:sp>
          <p:nvSpPr>
            <p:cNvPr name="Freeform 5" id="5" descr="A green circle with lines and dots  Description automatically generated"/>
            <p:cNvSpPr/>
            <p:nvPr/>
          </p:nvSpPr>
          <p:spPr>
            <a:xfrm flipH="false" flipV="false" rot="0">
              <a:off x="0" y="0"/>
              <a:ext cx="14800199" cy="14800199"/>
            </a:xfrm>
            <a:custGeom>
              <a:avLst/>
              <a:gdLst/>
              <a:ahLst/>
              <a:cxnLst/>
              <a:rect r="r" b="b" t="t" l="l"/>
              <a:pathLst>
                <a:path h="14800199" w="14800199">
                  <a:moveTo>
                    <a:pt x="0" y="0"/>
                  </a:moveTo>
                  <a:lnTo>
                    <a:pt x="14800199" y="0"/>
                  </a:lnTo>
                  <a:lnTo>
                    <a:pt x="14800199" y="14800199"/>
                  </a:lnTo>
                  <a:lnTo>
                    <a:pt x="0" y="1480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57750" y="2219325"/>
            <a:ext cx="8582025" cy="2924175"/>
            <a:chOff x="0" y="0"/>
            <a:chExt cx="11442700" cy="389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2700" cy="3898900"/>
            </a:xfrm>
            <a:custGeom>
              <a:avLst/>
              <a:gdLst/>
              <a:ahLst/>
              <a:cxnLst/>
              <a:rect r="r" b="b" t="t" l="l"/>
              <a:pathLst>
                <a:path h="3898900" w="11442700">
                  <a:moveTo>
                    <a:pt x="0" y="0"/>
                  </a:moveTo>
                  <a:lnTo>
                    <a:pt x="11442700" y="0"/>
                  </a:lnTo>
                  <a:lnTo>
                    <a:pt x="11442700" y="3898900"/>
                  </a:lnTo>
                  <a:lnTo>
                    <a:pt x="0" y="38989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0550" y="4810125"/>
            <a:ext cx="8553450" cy="5476875"/>
            <a:chOff x="0" y="0"/>
            <a:chExt cx="11404600" cy="73025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404600" cy="7302500"/>
            </a:xfrm>
            <a:custGeom>
              <a:avLst/>
              <a:gdLst/>
              <a:ahLst/>
              <a:cxnLst/>
              <a:rect r="r" b="b" t="t" l="l"/>
              <a:pathLst>
                <a:path h="7302500" w="11404600">
                  <a:moveTo>
                    <a:pt x="0" y="0"/>
                  </a:moveTo>
                  <a:lnTo>
                    <a:pt x="11404600" y="0"/>
                  </a:lnTo>
                  <a:lnTo>
                    <a:pt x="11404600" y="7302500"/>
                  </a:lnTo>
                  <a:lnTo>
                    <a:pt x="0" y="730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2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681412"/>
            <a:ext cx="15725775" cy="2036125"/>
            <a:chOff x="0" y="0"/>
            <a:chExt cx="20967700" cy="27148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67702" cy="2714833"/>
            </a:xfrm>
            <a:custGeom>
              <a:avLst/>
              <a:gdLst/>
              <a:ahLst/>
              <a:cxnLst/>
              <a:rect r="r" b="b" t="t" l="l"/>
              <a:pathLst>
                <a:path h="2714833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714833"/>
                  </a:lnTo>
                  <a:lnTo>
                    <a:pt x="0" y="271483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439" r="0" b="-715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71475"/>
              <a:ext cx="20967700" cy="2343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14"/>
                </a:lnSpc>
              </a:pPr>
              <a:r>
                <a:rPr lang="en-US" sz="9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Демо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29950" y="4000500"/>
            <a:ext cx="13373100" cy="13373100"/>
            <a:chOff x="0" y="0"/>
            <a:chExt cx="17830800" cy="17830800"/>
          </a:xfrm>
        </p:grpSpPr>
        <p:sp>
          <p:nvSpPr>
            <p:cNvPr name="Freeform 3" id="3" descr="A black circle with yellow lines  Description automatically generated"/>
            <p:cNvSpPr/>
            <p:nvPr/>
          </p:nvSpPr>
          <p:spPr>
            <a:xfrm flipH="false" flipV="false" rot="0">
              <a:off x="0" y="0"/>
              <a:ext cx="17830800" cy="17830800"/>
            </a:xfrm>
            <a:custGeom>
              <a:avLst/>
              <a:gdLst/>
              <a:ahLst/>
              <a:cxnLst/>
              <a:rect r="r" b="b" t="t" l="l"/>
              <a:pathLst>
                <a:path h="17830800" w="17830800">
                  <a:moveTo>
                    <a:pt x="0" y="0"/>
                  </a:moveTo>
                  <a:lnTo>
                    <a:pt x="17830800" y="0"/>
                  </a:lnTo>
                  <a:lnTo>
                    <a:pt x="17830800" y="17830800"/>
                  </a:lnTo>
                  <a:lnTo>
                    <a:pt x="0" y="1783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43215" y="-658901"/>
            <a:ext cx="8267795" cy="13002644"/>
            <a:chOff x="0" y="0"/>
            <a:chExt cx="11023727" cy="17336859"/>
          </a:xfrm>
        </p:grpSpPr>
        <p:sp>
          <p:nvSpPr>
            <p:cNvPr name="Freeform 5" id="5" descr="A screen shot of a clock  Description automatically generated"/>
            <p:cNvSpPr/>
            <p:nvPr/>
          </p:nvSpPr>
          <p:spPr>
            <a:xfrm flipH="false" flipV="false" rot="0">
              <a:off x="0" y="0"/>
              <a:ext cx="11023727" cy="17336897"/>
            </a:xfrm>
            <a:custGeom>
              <a:avLst/>
              <a:gdLst/>
              <a:ahLst/>
              <a:cxnLst/>
              <a:rect r="r" b="b" t="t" l="l"/>
              <a:pathLst>
                <a:path h="17336897" w="11023727">
                  <a:moveTo>
                    <a:pt x="0" y="0"/>
                  </a:moveTo>
                  <a:lnTo>
                    <a:pt x="11023727" y="0"/>
                  </a:lnTo>
                  <a:lnTo>
                    <a:pt x="11023727" y="17336897"/>
                  </a:lnTo>
                  <a:lnTo>
                    <a:pt x="0" y="1733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3075" y="1000125"/>
            <a:ext cx="15725775" cy="857250"/>
            <a:chOff x="0" y="0"/>
            <a:chExt cx="209677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67702" cy="1143000"/>
            </a:xfrm>
            <a:custGeom>
              <a:avLst/>
              <a:gdLst/>
              <a:ahLst/>
              <a:cxnLst/>
              <a:rect r="r" b="b" t="t" l="l"/>
              <a:pathLst>
                <a:path h="1143000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442" r="0" b="-307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19075"/>
              <a:ext cx="209677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Използвани технологии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67621" y="2904228"/>
            <a:ext cx="2839487" cy="2527143"/>
          </a:xfrm>
          <a:custGeom>
            <a:avLst/>
            <a:gdLst/>
            <a:ahLst/>
            <a:cxnLst/>
            <a:rect r="r" b="b" t="t" l="l"/>
            <a:pathLst>
              <a:path h="2527143" w="2839487">
                <a:moveTo>
                  <a:pt x="0" y="0"/>
                </a:moveTo>
                <a:lnTo>
                  <a:pt x="2839487" y="0"/>
                </a:lnTo>
                <a:lnTo>
                  <a:pt x="2839487" y="2527144"/>
                </a:lnTo>
                <a:lnTo>
                  <a:pt x="0" y="252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1111" y="2904228"/>
            <a:ext cx="3132317" cy="2810696"/>
          </a:xfrm>
          <a:custGeom>
            <a:avLst/>
            <a:gdLst/>
            <a:ahLst/>
            <a:cxnLst/>
            <a:rect r="r" b="b" t="t" l="l"/>
            <a:pathLst>
              <a:path h="2810696" w="3132317">
                <a:moveTo>
                  <a:pt x="0" y="0"/>
                </a:moveTo>
                <a:lnTo>
                  <a:pt x="3132318" y="0"/>
                </a:lnTo>
                <a:lnTo>
                  <a:pt x="3132318" y="2810696"/>
                </a:lnTo>
                <a:lnTo>
                  <a:pt x="0" y="28106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663" t="-5517" r="-29904" b="-472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787365" y="6212688"/>
            <a:ext cx="3495282" cy="1656764"/>
          </a:xfrm>
          <a:custGeom>
            <a:avLst/>
            <a:gdLst/>
            <a:ahLst/>
            <a:cxnLst/>
            <a:rect r="r" b="b" t="t" l="l"/>
            <a:pathLst>
              <a:path h="1656764" w="3495282">
                <a:moveTo>
                  <a:pt x="0" y="0"/>
                </a:moveTo>
                <a:lnTo>
                  <a:pt x="3495282" y="0"/>
                </a:lnTo>
                <a:lnTo>
                  <a:pt x="3495282" y="1656764"/>
                </a:lnTo>
                <a:lnTo>
                  <a:pt x="0" y="1656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7077" y="6391199"/>
            <a:ext cx="2132703" cy="2132703"/>
          </a:xfrm>
          <a:custGeom>
            <a:avLst/>
            <a:gdLst/>
            <a:ahLst/>
            <a:cxnLst/>
            <a:rect r="r" b="b" t="t" l="l"/>
            <a:pathLst>
              <a:path h="2132703" w="2132703">
                <a:moveTo>
                  <a:pt x="0" y="0"/>
                </a:moveTo>
                <a:lnTo>
                  <a:pt x="2132703" y="0"/>
                </a:lnTo>
                <a:lnTo>
                  <a:pt x="2132703" y="2132702"/>
                </a:lnTo>
                <a:lnTo>
                  <a:pt x="0" y="21327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09254" y="3115420"/>
            <a:ext cx="2735050" cy="2735050"/>
          </a:xfrm>
          <a:custGeom>
            <a:avLst/>
            <a:gdLst/>
            <a:ahLst/>
            <a:cxnLst/>
            <a:rect r="r" b="b" t="t" l="l"/>
            <a:pathLst>
              <a:path h="2735050" w="2735050">
                <a:moveTo>
                  <a:pt x="0" y="0"/>
                </a:moveTo>
                <a:lnTo>
                  <a:pt x="2735050" y="0"/>
                </a:lnTo>
                <a:lnTo>
                  <a:pt x="2735050" y="2735050"/>
                </a:lnTo>
                <a:lnTo>
                  <a:pt x="0" y="2735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4425" y="6991350"/>
            <a:ext cx="6619875" cy="6619875"/>
            <a:chOff x="0" y="0"/>
            <a:chExt cx="8826500" cy="882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26500" cy="8826500"/>
            </a:xfrm>
            <a:custGeom>
              <a:avLst/>
              <a:gdLst/>
              <a:ahLst/>
              <a:cxnLst/>
              <a:rect r="r" b="b" t="t" l="l"/>
              <a:pathLst>
                <a:path h="8826500" w="8826500">
                  <a:moveTo>
                    <a:pt x="0" y="4413250"/>
                  </a:moveTo>
                  <a:cubicBezTo>
                    <a:pt x="0" y="1975866"/>
                    <a:pt x="1975866" y="0"/>
                    <a:pt x="4413250" y="0"/>
                  </a:cubicBezTo>
                  <a:cubicBezTo>
                    <a:pt x="6850634" y="0"/>
                    <a:pt x="8826500" y="1975866"/>
                    <a:pt x="8826500" y="4413250"/>
                  </a:cubicBezTo>
                  <a:cubicBezTo>
                    <a:pt x="8826500" y="6850634"/>
                    <a:pt x="6850634" y="8826500"/>
                    <a:pt x="4413250" y="8826500"/>
                  </a:cubicBezTo>
                  <a:cubicBezTo>
                    <a:pt x="1975866" y="8826500"/>
                    <a:pt x="0" y="6850634"/>
                    <a:pt x="0" y="4413250"/>
                  </a:cubicBezTo>
                  <a:close/>
                </a:path>
              </a:pathLst>
            </a:custGeom>
            <a:solidFill>
              <a:srgbClr val="FFB803">
                <a:alpha val="4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34975" y="4781550"/>
            <a:ext cx="5153025" cy="5400675"/>
            <a:chOff x="0" y="0"/>
            <a:chExt cx="6870700" cy="72009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870700" cy="7200900"/>
            </a:xfrm>
            <a:custGeom>
              <a:avLst/>
              <a:gdLst/>
              <a:ahLst/>
              <a:cxnLst/>
              <a:rect r="r" b="b" t="t" l="l"/>
              <a:pathLst>
                <a:path h="7200900" w="6870700">
                  <a:moveTo>
                    <a:pt x="0" y="0"/>
                  </a:moveTo>
                  <a:lnTo>
                    <a:pt x="6870700" y="0"/>
                  </a:lnTo>
                  <a:lnTo>
                    <a:pt x="687070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2425" y="9525"/>
            <a:ext cx="4067175" cy="10172700"/>
            <a:chOff x="0" y="0"/>
            <a:chExt cx="5422900" cy="135636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422900" cy="13563600"/>
            </a:xfrm>
            <a:custGeom>
              <a:avLst/>
              <a:gdLst/>
              <a:ahLst/>
              <a:cxnLst/>
              <a:rect r="r" b="b" t="t" l="l"/>
              <a:pathLst>
                <a:path h="13563600" w="5422900">
                  <a:moveTo>
                    <a:pt x="0" y="0"/>
                  </a:moveTo>
                  <a:lnTo>
                    <a:pt x="5422900" y="0"/>
                  </a:lnTo>
                  <a:lnTo>
                    <a:pt x="5422900" y="13563600"/>
                  </a:lnTo>
                  <a:lnTo>
                    <a:pt x="0" y="135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43075" y="1000125"/>
            <a:ext cx="15725775" cy="1839850"/>
            <a:chOff x="0" y="0"/>
            <a:chExt cx="20967700" cy="2453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67702" cy="2453134"/>
            </a:xfrm>
            <a:custGeom>
              <a:avLst/>
              <a:gdLst/>
              <a:ahLst/>
              <a:cxnLst/>
              <a:rect r="r" b="b" t="t" l="l"/>
              <a:pathLst>
                <a:path h="2453134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3247" r="0" b="-8984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Процес на работа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932455" y="6257925"/>
            <a:ext cx="10287000" cy="10287000"/>
            <a:chOff x="0" y="0"/>
            <a:chExt cx="13716000" cy="13716000"/>
          </a:xfrm>
        </p:grpSpPr>
        <p:sp>
          <p:nvSpPr>
            <p:cNvPr name="Freeform 14" id="14" descr="A green circle with a black background  Description automatically generated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2638358" y="2978361"/>
            <a:ext cx="14582775" cy="2165139"/>
            <a:chOff x="0" y="0"/>
            <a:chExt cx="19443700" cy="2886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43702" cy="2886852"/>
            </a:xfrm>
            <a:custGeom>
              <a:avLst/>
              <a:gdLst/>
              <a:ahLst/>
              <a:cxnLst/>
              <a:rect r="r" b="b" t="t" l="l"/>
              <a:pathLst>
                <a:path h="2886852" w="19443702">
                  <a:moveTo>
                    <a:pt x="0" y="0"/>
                  </a:moveTo>
                  <a:lnTo>
                    <a:pt x="19443702" y="0"/>
                  </a:lnTo>
                  <a:lnTo>
                    <a:pt x="19443702" y="2886852"/>
                  </a:lnTo>
                  <a:lnTo>
                    <a:pt x="0" y="28868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1726" r="-7838" b="-613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14300"/>
              <a:ext cx="19443700" cy="2772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Ден 1:</a:t>
              </a:r>
            </a:p>
            <a:p>
              <a:pPr algn="l" marL="7556504" indent="-944563" lvl="7">
                <a:lnSpc>
                  <a:spcPts val="4500"/>
                </a:lnSpc>
                <a:buFont typeface="Arial"/>
                <a:buChar char="•"/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измисляне на идея</a:t>
              </a:r>
            </a:p>
            <a:p>
              <a:pPr algn="l" marL="7556504" indent="-944563" lvl="7">
                <a:lnSpc>
                  <a:spcPts val="4500"/>
                </a:lnSpc>
                <a:buFont typeface="Arial"/>
                <a:buChar char="•"/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започване на работа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2638358" y="5908780"/>
            <a:ext cx="14582775" cy="2165139"/>
            <a:chOff x="0" y="0"/>
            <a:chExt cx="19443700" cy="2886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43702" cy="2886852"/>
            </a:xfrm>
            <a:custGeom>
              <a:avLst/>
              <a:gdLst/>
              <a:ahLst/>
              <a:cxnLst/>
              <a:rect r="r" b="b" t="t" l="l"/>
              <a:pathLst>
                <a:path h="2886852" w="19443702">
                  <a:moveTo>
                    <a:pt x="0" y="0"/>
                  </a:moveTo>
                  <a:lnTo>
                    <a:pt x="19443702" y="0"/>
                  </a:lnTo>
                  <a:lnTo>
                    <a:pt x="19443702" y="2886852"/>
                  </a:lnTo>
                  <a:lnTo>
                    <a:pt x="0" y="28868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1726" r="-7838" b="-6131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14300"/>
              <a:ext cx="19443700" cy="2772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0"/>
                </a:lnSpc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Ден 2:</a:t>
              </a:r>
            </a:p>
            <a:p>
              <a:pPr algn="l" marL="7556504" indent="-944563" lvl="7">
                <a:lnSpc>
                  <a:spcPts val="4500"/>
                </a:lnSpc>
                <a:buFont typeface="Arial"/>
                <a:buChar char="•"/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работа през деня</a:t>
              </a:r>
            </a:p>
            <a:p>
              <a:pPr algn="l" marL="7556504" indent="-944563" lvl="7">
                <a:lnSpc>
                  <a:spcPts val="4500"/>
                </a:lnSpc>
                <a:buFont typeface="Arial"/>
                <a:buChar char="•"/>
              </a:pPr>
              <a:r>
                <a:rPr lang="en-US" sz="5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завършване на проекта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75" y="5924550"/>
            <a:ext cx="5448300" cy="3867150"/>
            <a:chOff x="0" y="0"/>
            <a:chExt cx="7264400" cy="5156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264400" cy="5156200"/>
            </a:xfrm>
            <a:custGeom>
              <a:avLst/>
              <a:gdLst/>
              <a:ahLst/>
              <a:cxnLst/>
              <a:rect r="r" b="b" t="t" l="l"/>
              <a:pathLst>
                <a:path h="5156200" w="7264400">
                  <a:moveTo>
                    <a:pt x="0" y="0"/>
                  </a:moveTo>
                  <a:lnTo>
                    <a:pt x="7264400" y="0"/>
                  </a:lnTo>
                  <a:lnTo>
                    <a:pt x="7264400" y="5156200"/>
                  </a:lnTo>
                  <a:lnTo>
                    <a:pt x="0" y="515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68250" y="0"/>
            <a:ext cx="5619750" cy="9791700"/>
            <a:chOff x="0" y="0"/>
            <a:chExt cx="7493000" cy="130556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493000" cy="13055600"/>
            </a:xfrm>
            <a:custGeom>
              <a:avLst/>
              <a:gdLst/>
              <a:ahLst/>
              <a:cxnLst/>
              <a:rect r="r" b="b" t="t" l="l"/>
              <a:pathLst>
                <a:path h="13055600" w="7493000">
                  <a:moveTo>
                    <a:pt x="0" y="0"/>
                  </a:moveTo>
                  <a:lnTo>
                    <a:pt x="7493000" y="0"/>
                  </a:lnTo>
                  <a:lnTo>
                    <a:pt x="7493000" y="13055600"/>
                  </a:lnTo>
                  <a:lnTo>
                    <a:pt x="0" y="130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3075" y="1000125"/>
            <a:ext cx="15725775" cy="1839850"/>
            <a:chOff x="0" y="0"/>
            <a:chExt cx="20967700" cy="2453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67702" cy="2453134"/>
            </a:xfrm>
            <a:custGeom>
              <a:avLst/>
              <a:gdLst/>
              <a:ahLst/>
              <a:cxnLst/>
              <a:rect r="r" b="b" t="t" l="l"/>
              <a:pathLst>
                <a:path h="2453134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3247" r="0" b="-898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Нашето </a:t>
              </a: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преживяване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00275" y="2800350"/>
            <a:ext cx="11153775" cy="3429000"/>
            <a:chOff x="0" y="0"/>
            <a:chExt cx="14871700" cy="457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71702" cy="4572000"/>
            </a:xfrm>
            <a:custGeom>
              <a:avLst/>
              <a:gdLst/>
              <a:ahLst/>
              <a:cxnLst/>
              <a:rect r="r" b="b" t="t" l="l"/>
              <a:pathLst>
                <a:path h="4572000" w="14871702">
                  <a:moveTo>
                    <a:pt x="0" y="0"/>
                  </a:moveTo>
                  <a:lnTo>
                    <a:pt x="14871702" y="0"/>
                  </a:lnTo>
                  <a:lnTo>
                    <a:pt x="14871702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380" r="0" b="-13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47650"/>
              <a:ext cx="14871700" cy="4819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-Нашият</a:t>
              </a: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екип</a:t>
              </a:r>
            </a:p>
            <a:p>
              <a:pPr algn="l">
                <a:lnSpc>
                  <a:spcPts val="8100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-Нашият ментор</a:t>
              </a:r>
            </a:p>
            <a:p>
              <a:pPr algn="l">
                <a:lnSpc>
                  <a:spcPts val="8100"/>
                </a:lnSpc>
              </a:pPr>
              <a:r>
                <a:rPr lang="en-US" sz="4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-Какво научихме от Хакатона?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74124" y="5648325"/>
            <a:ext cx="10287000" cy="10287000"/>
            <a:chOff x="0" y="0"/>
            <a:chExt cx="13716000" cy="13716000"/>
          </a:xfrm>
        </p:grpSpPr>
        <p:sp>
          <p:nvSpPr>
            <p:cNvPr name="Freeform 15" id="15" descr="A black and gold circle with black lines  Description automatically generated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2948" y="856640"/>
            <a:ext cx="21573896" cy="21573896"/>
            <a:chOff x="0" y="0"/>
            <a:chExt cx="28765195" cy="28765195"/>
          </a:xfrm>
        </p:grpSpPr>
        <p:sp>
          <p:nvSpPr>
            <p:cNvPr name="Freeform 3" id="3" descr="A circular object with a black background  Description automatically generated"/>
            <p:cNvSpPr/>
            <p:nvPr/>
          </p:nvSpPr>
          <p:spPr>
            <a:xfrm flipH="false" flipV="false" rot="0">
              <a:off x="0" y="0"/>
              <a:ext cx="28765246" cy="28765246"/>
            </a:xfrm>
            <a:custGeom>
              <a:avLst/>
              <a:gdLst/>
              <a:ahLst/>
              <a:cxnLst/>
              <a:rect r="r" b="b" t="t" l="l"/>
              <a:pathLst>
                <a:path h="28765246" w="28765246">
                  <a:moveTo>
                    <a:pt x="0" y="0"/>
                  </a:moveTo>
                  <a:lnTo>
                    <a:pt x="28765246" y="0"/>
                  </a:lnTo>
                  <a:lnTo>
                    <a:pt x="28765246" y="28765246"/>
                  </a:lnTo>
                  <a:lnTo>
                    <a:pt x="0" y="28765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1112" y="4095750"/>
            <a:ext cx="15725775" cy="2095500"/>
            <a:chOff x="0" y="0"/>
            <a:chExt cx="20967700" cy="279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67702" cy="2794000"/>
            </a:xfrm>
            <a:custGeom>
              <a:avLst/>
              <a:gdLst/>
              <a:ahLst/>
              <a:cxnLst/>
              <a:rect r="r" b="b" t="t" l="l"/>
              <a:pathLst>
                <a:path h="2794000" w="20967702">
                  <a:moveTo>
                    <a:pt x="0" y="0"/>
                  </a:moveTo>
                  <a:lnTo>
                    <a:pt x="20967702" y="0"/>
                  </a:lnTo>
                  <a:lnTo>
                    <a:pt x="20967702" y="2794000"/>
                  </a:lnTo>
                  <a:lnTo>
                    <a:pt x="0" y="279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226" r="0" b="-962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71450"/>
              <a:ext cx="20967700" cy="262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899"/>
                </a:lnSpc>
              </a:pPr>
              <a:r>
                <a:rPr lang="en-US" sz="99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Благодарим ви за вниманието!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62822" y="9031053"/>
            <a:ext cx="3762356" cy="399307"/>
            <a:chOff x="0" y="0"/>
            <a:chExt cx="5016475" cy="5324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6500" cy="532384"/>
            </a:xfrm>
            <a:custGeom>
              <a:avLst/>
              <a:gdLst/>
              <a:ahLst/>
              <a:cxnLst/>
              <a:rect r="r" b="b" t="t" l="l"/>
              <a:pathLst>
                <a:path h="532384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DAHFJAxTYs4</dc:identifier>
  <dcterms:modified xsi:type="dcterms:W3CDTF">2011-08-01T06:04:30Z</dcterms:modified>
  <cp:revision>1</cp:revision>
  <dc:title>Presentation Hack TUES 12 (3).pptx</dc:title>
</cp:coreProperties>
</file>